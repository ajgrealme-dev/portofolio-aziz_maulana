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AgentFlow Enterprise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ERP AI Agent Otonom 24/7 untuk Kantor Masa Depan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Otomasi · Efisiensi · Pertumbuhan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Masalah Operasional Kantor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Mengapa Sistem Manual Menghambat Skala Bisnis Anda?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0360152" cy="822960"/>
          </a:xfrm>
          <a:prstGeom prst="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70% waktu kerja tim habis untuk input data manual, entri bon, dan follow-up tagihan.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0360152" cy="822960"/>
          </a:xfrm>
          <a:prstGeom prst="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</a:rPr>
              <a:t>Rawan kesalahan manusia (human error) yang memicu salah hitung laporan bulanan.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0360152" cy="822960"/>
          </a:xfrm>
          <a:prstGeom prst="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</a:rPr>
              <a:t>Biaya operasional tinggi — headcount staf admin bertambah seiring perkembangan bisnis.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Solusi: AgentFlow AI Workers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Karyawan AI Otonom yang Bekerja di Latar Belakang Tanpa Lelah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0360152" cy="822960"/>
          </a:xfrm>
          <a:prstGeom prst="rect">
            <a:avLst>
              <a:gd name="adj" fmla="val 11111"/>
            </a:avLst>
          </a:prstGeom>
          <a:solidFill>
            <a:srgbClr val="052E16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ERP Otonom: AI terhubung langsung ke database Postgres untuk menyelesaikan pekerjaan.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0360152" cy="822960"/>
          </a:xfrm>
          <a:prstGeom prst="rect">
            <a:avLst>
              <a:gd name="adj" fmla="val 11111"/>
            </a:avLst>
          </a:prstGeom>
          <a:solidFill>
            <a:srgbClr val="052E16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Fleksibilitas SOP: Latih agen secara instan dengan menyunting SOP tertulis di Workbench.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10360152" cy="822960"/>
          </a:xfrm>
          <a:prstGeom prst="rect">
            <a:avLst>
              <a:gd name="adj" fmla="val 11111"/>
            </a:avLst>
          </a:prstGeom>
          <a:solidFill>
            <a:srgbClr val="052E16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Integrasi Multi-Divisi: Finance AI, HR AI, Purchasing AI bekerja secara kolaboratif.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Kalkulator ROI &amp; Efisiensi Biaya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Bandingkan Pengeluaran Admin Staf vs Agen AI Otonom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0360152" cy="914400"/>
        </p:xfrm>
        <a:graphic>
          <a:graphicData uri="http://schemas.openxmlformats.org/drawingml/2006/table">
            <a:tbl>
              <a:tblPr/>
              <a:tblGrid>
                <a:gridCol w="3453384"/>
                <a:gridCol w="3453384"/>
                <a:gridCol w="345338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Staf Admin Manual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AgentFlow 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Biaya Bulanan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Rp 15.000.000 (3 staf)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Rp 350.000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Jam Kerja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 jam/hari (kerja)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24/7 non-stop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Error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Tinggi (human error)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Minimal (&lt;0.1%)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Skalabilitas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Tambah headcount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Instant scale-up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ROI Bulanan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Hemat Rp 14.650.000+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Simulasi Langsung: Uji Otonom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Saksikan AI menerima perintah, menavigasi sistem, dan bekerja sendiri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Demo Live: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83464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http://localhost:3000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Klik "Jalankan Auto-Pilot Demo" di pojok kanan bawah halaman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Keamanan Data &amp; Skema BYOK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Keamanan Tingkat Enterprise Berada di Tangan Anda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0360152" cy="914400"/>
          </a:xfrm>
          <a:prstGeom prst="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BYOK (Bring Your Own Key)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Hubungkan API Key Gemini perusahaan Anda untuk kontrol penuh.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0360152" cy="914400"/>
          </a:xfrm>
          <a:prstGeom prst="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Isolasi Tenant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Data transaksi dipisahkan dengan aman dalam isolasi baris PostgreSQL.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0360152" cy="914400"/>
          </a:xfrm>
          <a:prstGeom prst="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Persetujuan Manual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Fitur antrean eskalasi membiarkan supervisor mengontrol persetujuan AI.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09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AgentFlow Enterprise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Mulai Uji Coba Pilot Project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Dapatkan Akses Penuh Uji Coba 14 Hari di Perusahaan Anda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Uji coba gratis di 1 Divisi pilihan (misal: Otomasi Rekap Keuangan).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Pendampingan integrasi SOP lokal ke dalam platform AI.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Hubungi pengembang: hello@agentflow.id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agentflow.id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2026-07-25T01:15:17Z</dcterms:created>
  <dcterms:modified xsi:type="dcterms:W3CDTF">2026-07-25T01:15:17Z</dcterms:modified>
</cp:coreProperties>
</file>